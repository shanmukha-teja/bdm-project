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3bcdb77b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3bcdb77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3bcdb77b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3bcdb77b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3bcdb77b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3bcdb77b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449080a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449080a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449080ab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449080ab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449080ab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449080a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449080ab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449080ab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bcdb77b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bcdb77b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449080ab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449080ab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441750" y="161250"/>
            <a:ext cx="4130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3000">
                <a:solidFill>
                  <a:srgbClr val="1E325A"/>
                </a:solidFill>
                <a:latin typeface="Calibri"/>
                <a:ea typeface="Calibri"/>
                <a:cs typeface="Calibri"/>
                <a:sym typeface="Calibri"/>
              </a:rPr>
              <a:t>BDM Capstone Project</a:t>
            </a:r>
            <a:endParaRPr b="1" sz="3000">
              <a:solidFill>
                <a:srgbClr val="1E32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b="1" sz="3000">
              <a:solidFill>
                <a:srgbClr val="1E32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41750" y="1199375"/>
            <a:ext cx="4130400" cy="2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Carbon Footprint - Environmental Impact &amp; Business Study of EV Logistics of </a:t>
            </a:r>
            <a:r>
              <a:rPr b="1"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ZEVO India: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Complete Analytical Study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56335" marR="1009650" rtl="0" algn="ctr">
              <a:spcBef>
                <a:spcPts val="3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41750" y="3616975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Jayanthi Shanmukha Teja </a:t>
            </a:r>
            <a:endParaRPr b="1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Roll: 22F2001007</a:t>
            </a:r>
            <a:endParaRPr b="1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3150" y="372925"/>
            <a:ext cx="3162250" cy="31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5625400" y="3803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Final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1E325A"/>
                </a:solidFill>
                <a:latin typeface="Calibri"/>
                <a:ea typeface="Calibri"/>
                <a:cs typeface="Calibri"/>
                <a:sym typeface="Calibri"/>
              </a:rPr>
              <a:t>Organization Background</a:t>
            </a:r>
            <a:endParaRPr b="1" sz="2400">
              <a:solidFill>
                <a:srgbClr val="1E32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348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ZEVO India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B2B EV Logistics platform providing vehicles to many clients across India for their logistics services. They are active in 25+ cities and have a very versatile fleet of Electric Vehicles starting from 2W to big 8 Tonne Trucks.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Documented Fleet is nearly 1200 vehicles but the rest is in the process of getting tracked.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 Light model allowed them to scale quickly among multiple clients starting from Flipkart, their major client, Amazon, Big Basket, among others.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663" y="782425"/>
            <a:ext cx="3954599" cy="19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676" y="2830325"/>
            <a:ext cx="3954575" cy="1643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663" y="725812"/>
            <a:ext cx="3954599" cy="19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676" y="2773713"/>
            <a:ext cx="3954575" cy="1643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1E325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2400">
              <a:solidFill>
                <a:srgbClr val="1E32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33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Measure EV carbon footprint vs ICE baseline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Analyze operations: utilization, geography, client allocation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Identify billing leakages, idle vehicles, and inefficiencies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Recommend actionable improvements based on data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1E325A"/>
                </a:solidFill>
                <a:latin typeface="Calibri"/>
                <a:ea typeface="Calibri"/>
                <a:cs typeface="Calibri"/>
                <a:sym typeface="Calibri"/>
              </a:rPr>
              <a:t>Data &amp; Methodology</a:t>
            </a:r>
            <a:endParaRPr b="1" sz="2400">
              <a:solidFill>
                <a:srgbClr val="1E32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Primary dataset: 1,195 operational vehicle records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Cleaning: deduplication, date normalization, outlier removal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Tools used: Excel + Google Collab (Pandas, Matplotlib)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Analysis: descriptive stats, charts, allocation modeling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50" y="1130900"/>
            <a:ext cx="4810274" cy="28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0" t="6489"/>
          <a:stretch/>
        </p:blipFill>
        <p:spPr>
          <a:xfrm>
            <a:off x="5202700" y="375638"/>
            <a:ext cx="3757550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00" y="1195925"/>
            <a:ext cx="4588500" cy="27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6500" y="491250"/>
            <a:ext cx="4436950" cy="398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Pointers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210825" y="1780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Calibri"/>
              <a:buChar char="-"/>
            </a:pPr>
            <a:r>
              <a:rPr baseline="-25000"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3W dominate fleet → optimized for last‑mile deliveries</a:t>
            </a:r>
            <a:endParaRPr baseline="-25000"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Calibri"/>
              <a:buChar char="-"/>
            </a:pPr>
            <a:r>
              <a:rPr baseline="-25000"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4W can be expanded for heavy‑load or mid‑range routes</a:t>
            </a:r>
            <a:endParaRPr baseline="-25000"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924" y="554700"/>
            <a:ext cx="3748524" cy="403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Pointers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210825" y="1780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Flipkart holds ~60% of fleet → high dependency risk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Diversify across other marketplaces &amp; 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B2B retailers.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aseline="-25000"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025" y="2292425"/>
            <a:ext cx="3363525" cy="22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/>
        </p:nvSpPr>
        <p:spPr>
          <a:xfrm>
            <a:off x="91350" y="1265650"/>
            <a:ext cx="6993600" cy="28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Deploy utilization dashboard for idle‑vehicle redeployment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Automate billing mismatch detection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Predictive maintenance to reduce downtime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Client Performance Efficiency Index for performance scoring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ESG &amp; carbon reporting dashboard for transparency</a:t>
            </a:r>
            <a:endParaRPr sz="22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0" y="260950"/>
            <a:ext cx="576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E325A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1" sz="2400">
              <a:solidFill>
                <a:srgbClr val="1E32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E32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000">
                <a:solidFill>
                  <a:srgbClr val="1E325A"/>
                </a:solidFill>
                <a:latin typeface="Calibri"/>
                <a:ea typeface="Calibri"/>
                <a:cs typeface="Calibri"/>
                <a:sym typeface="Calibri"/>
              </a:rPr>
              <a:t>Thank You 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